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AC52E-264F-421A-9EB8-218140DD5287}" v="889" dt="2026-05-04T18:32:10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2296" y="-120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1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197872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16200000">
            <a:off x="11050561" y="13184474"/>
            <a:ext cx="20498268" cy="13204873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29957932"/>
            <a:ext cx="13848538" cy="8307325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129993" y="29957018"/>
            <a:ext cx="12800541" cy="8307325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82536" y="15405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dirty="0"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1112688" y="858460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171222" y="966666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57721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16200000">
            <a:off x="2563376" y="17822933"/>
            <a:ext cx="10034156" cy="14320337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2856404"/>
            <a:ext cx="28813765" cy="1771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1004"/>
              </a:lnSpc>
            </a:pPr>
            <a:r>
              <a:rPr lang="en-US" sz="11400" b="1">
                <a:latin typeface="Open Sans"/>
                <a:ea typeface="Open Sans"/>
                <a:cs typeface="Open Sans"/>
                <a:sym typeface="Open Sans"/>
              </a:rPr>
              <a:t>PROJETO KAKUAB</a:t>
            </a:r>
            <a:endParaRPr lang="pt-BR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4629512"/>
            <a:ext cx="24286089" cy="204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25"/>
              </a:lnSpc>
            </a:pPr>
            <a:r>
              <a:rPr lang="en-US" sz="4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Arthur Carvalho , Cauã Aono , Nicollas Mendes, Lucas Pereira </a:t>
            </a:r>
            <a:endParaRPr lang="en-US" sz="4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Open Sans"/>
            </a:endParaRPr>
          </a:p>
          <a:p>
            <a:pPr algn="ctr">
              <a:lnSpc>
                <a:spcPct val="140025"/>
              </a:lnSpc>
            </a:pPr>
            <a:r>
              <a:rPr lang="en-US" sz="475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Orientadores</a:t>
            </a:r>
            <a:r>
              <a:rPr lang="en-US" sz="475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: </a:t>
            </a:r>
            <a:r>
              <a:rPr lang="en-US" sz="47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Eduardo Savino, Ronaldo Araujo, Francisco Escobar, Adriano Valente, José Carlos </a:t>
            </a:r>
            <a:endParaRPr lang="en-US" sz="4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740086" y="3070989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6607565" y="9881886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dirty="0"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74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O PROBLEMA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74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Open Sans"/>
              </a:rPr>
              <a:t>A PROPOSTA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764041" y="31472044"/>
            <a:ext cx="11551574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 algn="just">
              <a:buChar char="•"/>
            </a:pPr>
            <a:r>
              <a:rPr lang="pt-BR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BOWERSOX, D. J. et al. Gestão Logística da Cadeia de Suprimentos. Porto Alegre: AMGH, 2014.</a:t>
            </a:r>
          </a:p>
          <a:p>
            <a:pPr marL="285750" indent="-285750" algn="just">
              <a:buChar char="•"/>
            </a:pPr>
            <a:r>
              <a:rPr lang="pt-BR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SEBRAE. Transformação Digital nos Pequenos Negócios. Brasília, 2024.</a:t>
            </a:r>
          </a:p>
          <a:p>
            <a:pPr marL="285750" indent="-285750" algn="just">
              <a:buChar char="•"/>
            </a:pPr>
            <a:r>
              <a:rPr lang="pt-BR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FIGMA. </a:t>
            </a:r>
            <a:r>
              <a:rPr lang="pt-BR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Figma</a:t>
            </a:r>
            <a:r>
              <a:rPr lang="pt-BR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Design Tool. Disponível em: figma.com. Acesso em: 2026.</a:t>
            </a:r>
          </a:p>
          <a:p>
            <a:pPr marL="285750" indent="-285750" algn="just">
              <a:buChar char="•"/>
            </a:pPr>
            <a:r>
              <a:rPr lang="pt-BR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ORACLE. MySQL 8.0 </a:t>
            </a:r>
            <a:r>
              <a:rPr lang="pt-BR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r>
              <a:rPr lang="pt-BR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Manual. Disponível em: dev.mysql.com. Acesso em: 2026.</a:t>
            </a: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484810" y="31464310"/>
            <a:ext cx="12689645" cy="680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&amp;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Experiência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Usuário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visual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arquitetura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estruturadas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Figma,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aplicando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princípios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Gestalt para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garantir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interfaces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limpas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intuitivas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alinhadas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nicho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ecológico</a:t>
            </a:r>
            <a:endParaRPr lang="pt-BR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Arquitetura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Dados: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Estruturação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robusta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SGBD MySQL para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modelagem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relacional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garantindo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segurança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integridade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dos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múltiplas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comerciais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Desenvolvimento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Software: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Visual Studio Code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ambiente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principal (IDE)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tecnologias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(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Node.js) para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lógica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negócios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estruturação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 API do marketplace.</a:t>
            </a:r>
          </a:p>
        </p:txBody>
      </p:sp>
      <p:sp>
        <p:nvSpPr>
          <p:cNvPr id="136" name="Google Shape;136;p1"/>
          <p:cNvSpPr txBox="1"/>
          <p:nvPr/>
        </p:nvSpPr>
        <p:spPr>
          <a:xfrm>
            <a:off x="1333654" y="10867629"/>
            <a:ext cx="12798889" cy="8273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Fragmentação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Setor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mercado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produtos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está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expansão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mas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cadeia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suprimentos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B2B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sofre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canais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fragmentados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dificultando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comunicação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direta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entre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grandes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fornecedores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pequenos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lojistas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Processos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Burocráticos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Lojistas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empreendedores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enfrentam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dificuldades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lentidão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barreiras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operacionais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encontrar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distribuidores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confiáveis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realizar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cotações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ágeis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Gestão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Descentralizada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ausência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plataforma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digital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unificada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específica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atacado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produtos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torna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reposição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estoques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ineficiente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escalabilidade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competitividade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dos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negócios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40000"/>
              </a:lnSpc>
            </a:pPr>
            <a:endParaRPr lang="en-US" sz="3400" dirty="0">
              <a:ea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413150" y="21194512"/>
            <a:ext cx="12813941" cy="879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Marketplace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Especializado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B2B: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Kakuab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Market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propõe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plataforma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digital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focada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exclusivamente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conexão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direta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entre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fornecedores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compradores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nicho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produtos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orgânicos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sustentáveis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t-BR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Gestão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Integrada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Perfis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plataforma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oferece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fluxos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paralelos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cadastro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específicos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fornecedores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focados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exposição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catálogos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atacado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e para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lojistas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focados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compras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agilidade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Facilitação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Crescimento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centralizar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transações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um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ambiente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fazendo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jus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termo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tupi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Kakuab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(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crescer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fomentando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escalabilidade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setor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democratizando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acesso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bons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fornecedores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40000"/>
              </a:lnSpc>
            </a:pPr>
            <a:endParaRPr lang="en-US" sz="3400" dirty="0">
              <a:latin typeface="Open Sans"/>
              <a:ea typeface="Open Sans"/>
              <a:cs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40" name="Google Shape;140;p1"/>
          <p:cNvSpPr txBox="1"/>
          <p:nvPr/>
        </p:nvSpPr>
        <p:spPr>
          <a:xfrm>
            <a:off x="15764041" y="10861187"/>
            <a:ext cx="11623234" cy="732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Identidade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Visual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Consolidada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desenvolvimento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resultou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um Guia de Estilo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paletas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tipografia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componentes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baseados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conceito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sustentabilidade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t-BR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 Gráfica: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um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Protótipo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Alta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Fidelidade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01)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tangibiliza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valor do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estabelecendo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fluxo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navegação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vitrine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produtos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até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painéis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Estrutura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Lógica</a:t>
            </a:r>
            <a:r>
              <a:rPr lang="en-US" sz="3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Base: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modelagem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banco de dados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relacional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suportar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cadastro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usuários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produtos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preparando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plataforma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para a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futura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integração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 o backend e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escalabilidade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operacional</a:t>
            </a:r>
            <a:r>
              <a:rPr lang="en-US" sz="3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2" name="Imagem 1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C7C91325-9E95-CCAD-55C9-6865195AC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8006" y="18360566"/>
            <a:ext cx="8297230" cy="11386616"/>
          </a:xfrm>
          <a:prstGeom prst="rect">
            <a:avLst/>
          </a:prstGeom>
        </p:spPr>
      </p:pic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49E71E22-F51F-D4F9-15C6-6B38495A7E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43216" y="36492299"/>
            <a:ext cx="2820584" cy="157627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227BF06-4099-CC3B-2799-2D82E394BA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06989" y="36699710"/>
            <a:ext cx="2530676" cy="14862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A21CDC-2C56-4036-0B50-817B591727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21345" y="36707434"/>
            <a:ext cx="1216684" cy="141564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0822A7D-111E-C12B-2E87-E54642E72F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26621" y="36770018"/>
            <a:ext cx="2267234" cy="14019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Personalizar</PresentationFormat>
  <Paragraphs>35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Cristiane Souza</cp:lastModifiedBy>
  <cp:revision>159</cp:revision>
  <dcterms:created xsi:type="dcterms:W3CDTF">2006-08-16T00:00:00Z</dcterms:created>
  <dcterms:modified xsi:type="dcterms:W3CDTF">2026-05-04T20:00:43Z</dcterms:modified>
</cp:coreProperties>
</file>